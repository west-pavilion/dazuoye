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368" autoAdjust="0"/>
  </p:normalViewPr>
  <p:slideViewPr>
    <p:cSldViewPr snapToGrid="0">
      <p:cViewPr varScale="1">
        <p:scale>
          <a:sx n="63" d="100"/>
          <a:sy n="63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EACFC-BD33-4679-8E39-021FA91DB3B8}" type="datetimeFigureOut">
              <a:rPr lang="zh-CN" altLang="en-US" smtClean="0"/>
              <a:t>2025-11-10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E0BF7-EAC8-4EC8-8578-DA7E814024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675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考研考编的可以迟点提交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E0BF7-EAC8-4EC8-8578-DA7E814024B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836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7420D-E99F-4BC3-A01D-F520C06566B9}" type="datetimeFigureOut">
              <a:rPr lang="zh-CN" altLang="en-US" smtClean="0"/>
              <a:t>2025-11-10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9BA0A-7AD4-415C-B908-49B0997AAC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7420D-E99F-4BC3-A01D-F520C06566B9}" type="datetimeFigureOut">
              <a:rPr lang="zh-CN" altLang="en-US" smtClean="0"/>
              <a:t>2025-11-10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9BA0A-7AD4-415C-B908-49B0997AAC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7420D-E99F-4BC3-A01D-F520C06566B9}" type="datetimeFigureOut">
              <a:rPr lang="zh-CN" altLang="en-US" smtClean="0"/>
              <a:t>2025-11-10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9BA0A-7AD4-415C-B908-49B0997AAC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7420D-E99F-4BC3-A01D-F520C06566B9}" type="datetimeFigureOut">
              <a:rPr lang="zh-CN" altLang="en-US" smtClean="0"/>
              <a:t>2025-11-10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9BA0A-7AD4-415C-B908-49B0997AAC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7420D-E99F-4BC3-A01D-F520C06566B9}" type="datetimeFigureOut">
              <a:rPr lang="zh-CN" altLang="en-US" smtClean="0"/>
              <a:t>2025-11-10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9BA0A-7AD4-415C-B908-49B0997AAC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7420D-E99F-4BC3-A01D-F520C06566B9}" type="datetimeFigureOut">
              <a:rPr lang="zh-CN" altLang="en-US" smtClean="0"/>
              <a:t>2025-11-10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9BA0A-7AD4-415C-B908-49B0997AAC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7420D-E99F-4BC3-A01D-F520C06566B9}" type="datetimeFigureOut">
              <a:rPr lang="zh-CN" altLang="en-US" smtClean="0"/>
              <a:t>2025-11-10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9BA0A-7AD4-415C-B908-49B0997AAC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7420D-E99F-4BC3-A01D-F520C06566B9}" type="datetimeFigureOut">
              <a:rPr lang="zh-CN" altLang="en-US" smtClean="0"/>
              <a:t>2025-11-10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9BA0A-7AD4-415C-B908-49B0997AAC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7420D-E99F-4BC3-A01D-F520C06566B9}" type="datetimeFigureOut">
              <a:rPr lang="zh-CN" altLang="en-US" smtClean="0"/>
              <a:t>2025-11-10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9BA0A-7AD4-415C-B908-49B0997AAC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7420D-E99F-4BC3-A01D-F520C06566B9}" type="datetimeFigureOut">
              <a:rPr lang="zh-CN" altLang="en-US" smtClean="0"/>
              <a:t>2025-11-10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9BA0A-7AD4-415C-B908-49B0997AAC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7420D-E99F-4BC3-A01D-F520C06566B9}" type="datetimeFigureOut">
              <a:rPr lang="zh-CN" altLang="en-US" smtClean="0"/>
              <a:t>2025-11-10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9BA0A-7AD4-415C-B908-49B0997AAC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7420D-E99F-4BC3-A01D-F520C06566B9}" type="datetimeFigureOut">
              <a:rPr lang="zh-CN" altLang="en-US" smtClean="0"/>
              <a:t>2025-11-10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9BA0A-7AD4-415C-B908-49B0997AAC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hE411t7RN?spm_id_from=333.788.videopod.episodes&amp;vd_source=af7fc453d7136fc7b533654678617a8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3623" y="236795"/>
            <a:ext cx="10515600" cy="1325563"/>
          </a:xfrm>
        </p:spPr>
        <p:txBody>
          <a:bodyPr/>
          <a:lstStyle/>
          <a:p>
            <a:r>
              <a:rPr lang="zh-CN" altLang="en-US" dirty="0"/>
              <a:t>大作业：训练深度学习模型</a:t>
            </a:r>
            <a:r>
              <a:rPr lang="en-US" altLang="zh-CN" dirty="0"/>
              <a:t>+</a:t>
            </a:r>
            <a:r>
              <a:rPr lang="zh-CN" altLang="en-US" dirty="0"/>
              <a:t>报告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93623" y="1825624"/>
            <a:ext cx="5826177" cy="4667249"/>
          </a:xfrm>
        </p:spPr>
        <p:txBody>
          <a:bodyPr>
            <a:normAutofit fontScale="6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4000" dirty="0" err="1"/>
              <a:t>PyTorch</a:t>
            </a:r>
            <a:r>
              <a:rPr lang="zh-CN" altLang="en-US" sz="4000" dirty="0"/>
              <a:t>教程：</a:t>
            </a:r>
            <a:endParaRPr lang="en-US" altLang="zh-CN" sz="4000" dirty="0"/>
          </a:p>
          <a:p>
            <a:pPr marL="0" indent="0">
              <a:buNone/>
            </a:pPr>
            <a:r>
              <a:rPr lang="en-US" altLang="zh-CN" sz="2700" dirty="0">
                <a:hlinkClick r:id="rId3"/>
              </a:rPr>
              <a:t>https://www.bilibili.com/video/BV1hE411t7RN?spm_id_from=333.788.videopod.episodes&amp;vd_source=af7fc453d7136fc7b533654678617a80</a:t>
            </a:r>
            <a:endParaRPr lang="en-US" altLang="zh-CN" sz="2700" dirty="0"/>
          </a:p>
          <a:p>
            <a:pPr marL="514350" indent="-514350">
              <a:buFont typeface="+mj-lt"/>
              <a:buAutoNum type="arabicPeriod" startAt="2"/>
            </a:pPr>
            <a:r>
              <a:rPr lang="zh-CN" altLang="en-US" sz="4000" dirty="0"/>
              <a:t>迁移学习训练深度学习分类模型：</a:t>
            </a:r>
            <a:endParaRPr lang="en-US" altLang="zh-CN" sz="4000" dirty="0"/>
          </a:p>
          <a:p>
            <a:pPr lvl="1"/>
            <a:r>
              <a:rPr lang="zh-CN" altLang="en-US" sz="4000" dirty="0"/>
              <a:t>数据增强</a:t>
            </a:r>
            <a:r>
              <a:rPr lang="en-US" altLang="zh-CN" sz="4000" dirty="0"/>
              <a:t>+</a:t>
            </a:r>
            <a:r>
              <a:rPr lang="zh-CN" altLang="en-US" sz="4000" dirty="0"/>
              <a:t>数据划分</a:t>
            </a:r>
            <a:endParaRPr lang="en-US" altLang="zh-CN" sz="4000" dirty="0"/>
          </a:p>
          <a:p>
            <a:pPr lvl="1"/>
            <a:r>
              <a:rPr lang="zh-CN" altLang="en-US" sz="4000" dirty="0"/>
              <a:t>预训练模型</a:t>
            </a:r>
            <a:r>
              <a:rPr lang="en-US" altLang="zh-CN" sz="4000" dirty="0"/>
              <a:t>+CPU/GPU</a:t>
            </a:r>
            <a:r>
              <a:rPr lang="zh-CN" altLang="en-US" sz="4000" dirty="0"/>
              <a:t>训练</a:t>
            </a:r>
            <a:r>
              <a:rPr lang="en-US" altLang="zh-CN" sz="4000" dirty="0"/>
              <a:t>+</a:t>
            </a:r>
            <a:r>
              <a:rPr lang="zh-CN" altLang="en-US" sz="4000" dirty="0"/>
              <a:t>验证</a:t>
            </a:r>
            <a:endParaRPr lang="en-US" altLang="zh-CN" sz="4000" dirty="0"/>
          </a:p>
          <a:p>
            <a:pPr lvl="1"/>
            <a:r>
              <a:rPr lang="zh-CN" altLang="en-US" sz="4000" dirty="0"/>
              <a:t>测试</a:t>
            </a:r>
            <a:endParaRPr lang="en-US" altLang="zh-CN" sz="4000" dirty="0"/>
          </a:p>
          <a:p>
            <a:pPr marL="514350" indent="-514350">
              <a:buFont typeface="+mj-lt"/>
              <a:buAutoNum type="arabicPeriod" startAt="2"/>
            </a:pPr>
            <a:r>
              <a:rPr lang="zh-CN" altLang="en-US" sz="4000" dirty="0"/>
              <a:t>撰写并提交 大作业报告（参考模版，注意</a:t>
            </a:r>
            <a:r>
              <a:rPr lang="zh-CN" altLang="en-US" sz="4000" dirty="0">
                <a:solidFill>
                  <a:srgbClr val="FF0000"/>
                </a:solidFill>
              </a:rPr>
              <a:t>文件命名：班级</a:t>
            </a:r>
            <a:r>
              <a:rPr lang="en-US" altLang="zh-CN" sz="4000" dirty="0">
                <a:solidFill>
                  <a:srgbClr val="FF0000"/>
                </a:solidFill>
              </a:rPr>
              <a:t>+</a:t>
            </a:r>
            <a:r>
              <a:rPr lang="zh-CN" altLang="en-US" sz="4000" dirty="0">
                <a:solidFill>
                  <a:srgbClr val="FF0000"/>
                </a:solidFill>
              </a:rPr>
              <a:t>姓名</a:t>
            </a:r>
            <a:r>
              <a:rPr lang="en-US" altLang="zh-CN" sz="4000" dirty="0">
                <a:solidFill>
                  <a:srgbClr val="FF0000"/>
                </a:solidFill>
              </a:rPr>
              <a:t>+</a:t>
            </a:r>
            <a:r>
              <a:rPr lang="zh-CN" altLang="en-US" sz="4000" dirty="0">
                <a:solidFill>
                  <a:srgbClr val="FF0000"/>
                </a:solidFill>
              </a:rPr>
              <a:t>学号</a:t>
            </a:r>
            <a:r>
              <a:rPr lang="zh-CN" altLang="en-US" sz="4000" dirty="0"/>
              <a:t>）</a:t>
            </a:r>
            <a:endParaRPr lang="en-US" altLang="zh-CN" sz="3300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8288" y="1825625"/>
            <a:ext cx="5580089" cy="4667250"/>
          </a:xfrm>
        </p:spPr>
        <p:txBody>
          <a:bodyPr>
            <a:normAutofit fontScale="6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备注：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600" dirty="0">
                <a:solidFill>
                  <a:srgbClr val="FF0000"/>
                </a:solidFill>
              </a:rPr>
              <a:t>观看</a:t>
            </a:r>
            <a:r>
              <a:rPr lang="en-US" altLang="zh-CN" sz="2600" dirty="0" err="1">
                <a:solidFill>
                  <a:srgbClr val="FF0000"/>
                </a:solidFill>
              </a:rPr>
              <a:t>PyTorch</a:t>
            </a:r>
            <a:r>
              <a:rPr lang="zh-CN" altLang="en-US" sz="2600" dirty="0">
                <a:solidFill>
                  <a:srgbClr val="FF0000"/>
                </a:solidFill>
              </a:rPr>
              <a:t>教程，依葫芦画瓢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600" dirty="0"/>
              <a:t>参考代码见</a:t>
            </a:r>
            <a:r>
              <a:rPr lang="en-US" altLang="zh-CN" sz="2600" dirty="0"/>
              <a:t>code</a:t>
            </a:r>
            <a:r>
              <a:rPr lang="zh-CN" altLang="en-US" sz="2600" dirty="0"/>
              <a:t>文件夹</a:t>
            </a:r>
            <a:endParaRPr lang="en-US" altLang="zh-CN" sz="26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2600" dirty="0"/>
              <a:t>dataset</a:t>
            </a:r>
            <a:r>
              <a:rPr lang="zh-CN" altLang="en-US" sz="2600" dirty="0"/>
              <a:t>文件夹病虫害数据集供选择使用</a:t>
            </a:r>
            <a:endParaRPr lang="en-US" altLang="zh-CN" sz="26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600" dirty="0"/>
              <a:t>分类模型可选用其他模型（如</a:t>
            </a:r>
            <a:r>
              <a:rPr lang="en-US" altLang="zh-CN" sz="2600" dirty="0" err="1"/>
              <a:t>vggnet</a:t>
            </a:r>
            <a:r>
              <a:rPr lang="zh-CN" altLang="en-US" sz="2600" dirty="0"/>
              <a:t>等）</a:t>
            </a:r>
            <a:endParaRPr lang="en-US" altLang="zh-CN" sz="26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600" dirty="0"/>
              <a:t>数据集可选用其他数据集（如</a:t>
            </a:r>
            <a:r>
              <a:rPr lang="en-US" altLang="zh-CN" sz="2600" dirty="0"/>
              <a:t>MNIST</a:t>
            </a:r>
            <a:r>
              <a:rPr lang="zh-CN" altLang="en-US" sz="2600" dirty="0"/>
              <a:t>等公开数据集）</a:t>
            </a:r>
            <a:endParaRPr lang="en-US" altLang="zh-CN" sz="26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600" dirty="0"/>
              <a:t>如使用</a:t>
            </a:r>
            <a:r>
              <a:rPr lang="en-US" altLang="zh-CN" sz="2600" dirty="0"/>
              <a:t>CPU</a:t>
            </a:r>
            <a:r>
              <a:rPr lang="zh-CN" altLang="en-US" sz="2600" dirty="0"/>
              <a:t>进行训练，时间较长，观察数据，耐心等待</a:t>
            </a:r>
            <a:endParaRPr lang="en-US" altLang="zh-CN" sz="26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600" dirty="0"/>
              <a:t>如使用了</a:t>
            </a:r>
            <a:r>
              <a:rPr lang="en-US" altLang="zh-CN" sz="2600" dirty="0"/>
              <a:t>GPU</a:t>
            </a:r>
            <a:r>
              <a:rPr lang="zh-CN" altLang="en-US" sz="2600" dirty="0"/>
              <a:t>，可选择不使用迁移学习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3300" b="1" dirty="0">
                <a:solidFill>
                  <a:srgbClr val="FF0000"/>
                </a:solidFill>
              </a:rPr>
              <a:t>2025.12.24</a:t>
            </a:r>
            <a:r>
              <a:rPr lang="zh-CN" altLang="en-US" sz="2600" dirty="0">
                <a:solidFill>
                  <a:srgbClr val="FF0000"/>
                </a:solidFill>
              </a:rPr>
              <a:t>之前提交，电子版（附上代码，</a:t>
            </a:r>
            <a:r>
              <a:rPr lang="zh-CN" altLang="en-US" sz="3300" b="1" dirty="0">
                <a:solidFill>
                  <a:srgbClr val="FF0000"/>
                </a:solidFill>
              </a:rPr>
              <a:t>打包上传</a:t>
            </a:r>
            <a:r>
              <a:rPr lang="zh-CN" altLang="en-US" sz="2600" dirty="0">
                <a:solidFill>
                  <a:srgbClr val="FF0000"/>
                </a:solidFill>
              </a:rPr>
              <a:t>学习通）</a:t>
            </a:r>
            <a:r>
              <a:rPr lang="en-US" altLang="zh-CN" sz="2600" dirty="0">
                <a:solidFill>
                  <a:srgbClr val="FF0000"/>
                </a:solidFill>
              </a:rPr>
              <a:t>+</a:t>
            </a:r>
            <a:r>
              <a:rPr lang="zh-CN" altLang="en-US" sz="2600" dirty="0">
                <a:solidFill>
                  <a:srgbClr val="FF0000"/>
                </a:solidFill>
              </a:rPr>
              <a:t>纸质版（无需代码，学委</a:t>
            </a:r>
            <a:r>
              <a:rPr lang="zh-CN" altLang="en-US" sz="3300" b="1" dirty="0">
                <a:solidFill>
                  <a:srgbClr val="FF0000"/>
                </a:solidFill>
              </a:rPr>
              <a:t>收齐交我</a:t>
            </a:r>
            <a:r>
              <a:rPr lang="zh-CN" altLang="en-US" sz="2600" dirty="0">
                <a:solidFill>
                  <a:srgbClr val="FF0000"/>
                </a:solidFill>
              </a:rPr>
              <a:t>）。</a:t>
            </a:r>
            <a:endParaRPr lang="en-US" altLang="zh-CN" sz="2600" dirty="0"/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7BE538-A4BC-EF1B-C446-33AE2D17BB95}"/>
              </a:ext>
            </a:extLst>
          </p:cNvPr>
          <p:cNvSpPr txBox="1"/>
          <p:nvPr/>
        </p:nvSpPr>
        <p:spPr>
          <a:xfrm>
            <a:off x="436589" y="6036430"/>
            <a:ext cx="1130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/>
              <a:t>不管考编、考研、找工作、创业，祝大家都顺利上岸！！！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RmNDlmY2UyNDc1Yzg3NThlNmQ0MDMyMDkwNjZhMm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218</Words>
  <Application>Microsoft Office PowerPoint</Application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大作业：训练深度学习模型+报告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</dc:creator>
  <cp:lastModifiedBy>zhang</cp:lastModifiedBy>
  <cp:revision>27</cp:revision>
  <dcterms:created xsi:type="dcterms:W3CDTF">2024-12-01T15:13:00Z</dcterms:created>
  <dcterms:modified xsi:type="dcterms:W3CDTF">2025-11-10T01:19:37Z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72AFDFC02A0F4A6EB61D5B957D3F4DA7_12</vt:lpwstr>
  </property>
  <property fmtid="{D5CDD505-2E9C-101B-9397-08002B2CF9AE}" pid="3" name="KSOProductBuildVer">
    <vt:lpwstr>2052-12.1.0.17147</vt:lpwstr>
  </property>
</Properties>
</file>